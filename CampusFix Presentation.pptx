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CampusFix AI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28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Complaint Management System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77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Smart Campus Community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VISIONX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Leader: Shree Shopika S.N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1: Rithanya S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2: Dharunika R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Proposed Solution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CampusFix AI  |  Team VISIONX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00200"/>
            <a:ext cx="35661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handled manually or in an unorganized way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unsure which department to approach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complaints; some stay unresolved for long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visibility into status, priority, repeated issues and response time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600200"/>
            <a:ext cx="35661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digital platform with text, image and QR-based location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decides category, priority and department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merged into a master complaint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Auto-escalation when SLA is missed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data gives predictive maintenance tips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Users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CampusFix AI  |  Team VISIONX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00200"/>
            <a:ext cx="35661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complaint platform; easy submission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classification, priority and routing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duplicates; real-time tracking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Auto-escalate delayed complaints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Feedback, analytics and reports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recurring issues; preventive maintenance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600200"/>
            <a:ext cx="35661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/ Faculty: submit, track, give feedback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Staff: accept, update, resolve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monitor department, handle escalations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Administrator: manage users, analytics, reports, predictive maintenance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Functional Features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CampusFix AI  |  Team VISIONX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51760" cy="347472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&amp; Locate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00200"/>
            <a:ext cx="22860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and login (FR-01)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with image (FR-02)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location scan (FR-03)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(FR-11)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and rating (FR-12)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097280"/>
            <a:ext cx="2651760" cy="347472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Processing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600200"/>
            <a:ext cx="22860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(FR-04)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priority: Low to Critical (FR-05)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detection (FR-06)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department assignment (FR-07)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1097280"/>
            <a:ext cx="2651760" cy="347472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&amp; Insights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600200"/>
            <a:ext cx="22860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tracking (FR-08)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and escalation (FR-09, 10)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(FR-13)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heatmap (FR-14)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(FR-15)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Technology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CampusFix AI  |  Team VISIONX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920240" cy="228600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1920240" cy="4572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188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737360"/>
            <a:ext cx="17007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+ Tailwind CSS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UI, forms, dashboards, tracking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188720"/>
            <a:ext cx="1920240" cy="228600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1188720"/>
            <a:ext cx="1920240" cy="4572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60320" y="1188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670048" y="1737360"/>
            <a:ext cx="17007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Express.js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logic, auth, SLA, notifications, APIs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188720"/>
            <a:ext cx="1920240" cy="228600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188720"/>
            <a:ext cx="1920240" cy="4572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63440" y="1188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773168" y="1737360"/>
            <a:ext cx="17007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FastAPI / Flask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Classification, priority, duplicates, predictions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66560" y="1188720"/>
            <a:ext cx="1920240" cy="228600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66560" y="1188720"/>
            <a:ext cx="1920240" cy="4572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66560" y="1188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876288" y="1737360"/>
            <a:ext cx="17007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complaints, departments, feedback, locations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JWT authentication  |  Recharts / Chart.js  |  QR Code + GPS  |  REST API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SLA, Workflow &amp; Benefits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CampusFix AI  |  Team VISIONX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32918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 within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hours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hours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hours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hours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10896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flow: Submitted → Assigned → Accepted → In Progress → Resolved → Closed (Escalated if SLA missed)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114800" y="1097280"/>
            <a:ext cx="4572000" cy="347472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297680" y="1188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Benefits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297680" y="1600200"/>
            <a:ext cx="42062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resolution, less manual work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and better communication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assignment and prioritization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duplicate complaints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decisions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and predictive maintenance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 &amp; Conclusion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CampusFix AI  |  Team VISIONX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00200"/>
            <a:ext cx="35661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Image-based defect detection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sensors; real-time monitoring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complaints; multilingual support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/ iOS mobile app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and smart campus integration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600200"/>
            <a:ext cx="35661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smart campus complaint solution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classifies, prioritizes, routes, tracks, escalates, analyzes and predicts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 smarter, safer, more efficient and responsive campus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CampusFix AI</dc:title>
  <dc:subject>PptxGenJS Presentation</dc:subject>
  <dc:creator>Team VISIONX</dc:creator>
  <cp:lastModifiedBy>Team VISIONX</cp:lastModifiedBy>
  <cp:revision>1</cp:revision>
  <dcterms:created xsi:type="dcterms:W3CDTF">2026-10-05T04:49:12Z</dcterms:created>
  <dcterms:modified xsi:type="dcterms:W3CDTF">2026-10-05T04:49:12Z</dcterms:modified>
</cp:coreProperties>
</file>